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816b75c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e816b75c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e816b75c75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e816b75c75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816b75c7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816b75c7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e816b75c7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e816b75c7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816b75c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816b75c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e816b75c75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e816b75c75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816b75c7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e816b75c7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Rollins College Odyssey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Rolly Colly Extravaganza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Rolly Odyssey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750">
                <a:latin typeface="Roboto"/>
                <a:ea typeface="Roboto"/>
                <a:cs typeface="Roboto"/>
                <a:sym typeface="Roboto"/>
              </a:rPr>
              <a:t>Welcome to Rollins College Mini-Games Odyssey! Dive into the vibrant world of Rollins College, where every corner of the campus brings a new challenge, and every mini-game you conquer brings you closer to becoming the ultimate Rollins champion.</a:t>
            </a:r>
            <a:endParaRPr sz="17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500" y="2794000"/>
            <a:ext cx="2349501" cy="234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86250" y="205050"/>
            <a:ext cx="64194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300"/>
              <a:t>Play against a different professor at each game</a:t>
            </a:r>
            <a:endParaRPr sz="1300"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300"/>
              <a:t>Play all the games to unlock the final boss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825"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175" y="1202875"/>
            <a:ext cx="5637649" cy="375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1 : Field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Football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Controls: Arrows and Space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375" y="2141346"/>
            <a:ext cx="4771625" cy="30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2: Mills lawn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Racing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Controls: Arrows and Space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800" y="1345350"/>
            <a:ext cx="5064200" cy="37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3: Tennis Courts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Ping Pong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Controls: WASD and Arrows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913" y="2232300"/>
            <a:ext cx="5980090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4: Library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Connect 4 game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Controls:  Arrows and Space</a:t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3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300"/>
              <a:t>THANK YOU FROM ERIN AND THE  LATINOS :)</a:t>
            </a:r>
            <a:endParaRPr sz="5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